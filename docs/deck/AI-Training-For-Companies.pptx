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64188c3a-9f88-6d9d-b5ea-445464e118d7}">
          <p14:sldIdLst>
            <p14:sldId id="256"/>
          </p14:sldIdLst>
        </p14:section>
        <p14:section name="Problem" id="{5d141fc5-72ce-7317-0f7b-ef52a9737ad2}">
          <p14:sldIdLst>
            <p14:sldId id="257"/>
          </p14:sldIdLst>
        </p14:section>
        <p14:section name="Fix" id="{a222acc7-2df3-4b72-b5ad-6924b71fcbda}">
          <p14:sldIdLst>
            <p14:sldId id="258"/>
          </p14:sldIdLst>
        </p14:section>
        <p14:section name="Offerings" id="{c263d120-a290-36e1-1ddc-14fcf694a09f}">
          <p14:sldIdLst>
            <p14:sldId id="259"/>
          </p14:sldIdLst>
        </p14:section>
        <p14:section name="Outcomes" id="{a696c511-8976-493f-ff85-6bdcbdc19ea7}">
          <p14:sldIdLst>
            <p14:sldId id="260"/>
          </p14:sldIdLst>
        </p14:section>
        <p14:section name="Proof" id="{b15ec4ec-e8f7-8fe2-8e64-71914b11002c}">
          <p14:sldIdLst>
            <p14:sldId id="261"/>
          </p14:sldIdLst>
        </p14:section>
        <p14:section name="Case 1" id="{ed5dd9b8-3b0d-b6cf-adcd-f732a4f84094}">
          <p14:sldIdLst>
            <p14:sldId id="262"/>
          </p14:sldIdLst>
        </p14:section>
        <p14:section name="Case 2" id="{00165f22-a8dc-0e81-fb38-c87f4b3bf999}">
          <p14:sldIdLst>
            <p14:sldId id="263"/>
          </p14:sldIdLst>
        </p14:section>
        <p14:section name="Case 3" id="{94341c54-e2fc-4d88-2fb7-5c6a897b2df5}">
          <p14:sldIdLst>
            <p14:sldId id="264"/>
          </p14:sldIdLst>
        </p14:section>
        <p14:section name="Case 4" id="{50cb6a97-cfc6-f279-6538-e754f4e4223f}">
          <p14:sldIdLst>
            <p14:sldId id="265"/>
          </p14:sldIdLst>
        </p14:section>
        <p14:section name="Case 5" id="{70b79541-fb0b-f520-0b17-e1ab5bb6081e}">
          <p14:sldIdLst>
            <p14:sldId id="266"/>
          </p14:sldIdLst>
        </p14:section>
        <p14:section name="Close" id="{cf4f6a22-e0b6-53a2-b1d1-9d26f1533f3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61616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937760" y="46863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rdan/consulting/public/images/hero-windansea-ld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 train your team to build AI systems in-house.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day at your office. Three days over Zoom. Eight weeks to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Why AI stalls inside companies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Tools get bought. Nothing changes.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A consultant builds it, then leaves.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Nobody inside can build the roadmap.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fix is a team inside your company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Four to eight of your people, trained to build and own AI systems.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know the business, so they build the right thing first.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6440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stay, so the systems get maintained and the next one gets built.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Three ways to work with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team builds. We teach, review, and support it after.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One-day workshop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person, at your office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Map your operations, pick the first three systems worth building, and leave with a plan and a working prototype of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Three-day intensive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Remote, over Zoom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a working AI system against your real data: LLM APIs, integrations, human handoff, and deployment.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Eight-week cohort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site or remote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system shipped to production inside your company, owned and understood by the people who built it.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What your team can do after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459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on LLM APIs with structured outputs and tool 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AI to your CRM, email, and operations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43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Design human handoff, alerts, and audit trails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Test, monitor, and track the cost of a system in production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and ship the next project without outside help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Built for clients, running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$6M+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revenue supported by systems we built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9461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7749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77749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systems in production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4058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346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10K+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2346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conversations handled by AI agents we deployed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8655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943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200+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6943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 of manual work removed per month across clients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Nekter   ·   SnapLogic   ·   Wonderfly   ·   Windansea Coconuts   ·   Applegate Ventures   ·   Hologram Pilates (Proto)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company's first GTM sales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SNAPLOGIC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Reps prepped for calls by pulling account history from separate systems. Prep took longer than the call.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agent on SnapLogic AgentCreator that pulls account context and answers reps' questions on demand.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briefs in seconds. The build became the teaching example for customer bootcamps.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success platform that surfaces churn risk early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NEKTER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CSMs juggled Salesforce, Zendesk, call recordings, and email. Health drops were noticed after the renewal was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account view with health scores, AI insights on every interaction, Slack alerts, and a natural-language assistant over the data.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Risk reaches Slack before the renewal call. A CSM asks a question in plain English and gets the answer from the actual call.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service agent that answers texts around the clock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WONDERFLY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Customers text evenings and weekends. Staff replied Monday. Bookings were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SMS agent on the venue's phone lines that answers from live data and hands off to a human when unsure.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Replies in seconds, any hour. Staff only touch the conversations it flags.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Event operations with no retyping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WINDANSEA COCONUTS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closed deal was copied by hand into tasks, intake forms, and crew run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Webhooks from the CRM create the event, send the intake, and write a daily Run of Show with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closed deal becomes a staffed event with a current run sheet, with nobody retyping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lead pipeline that replaced Zapier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APPLEGATE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Property leads arrived through a chain of Zapier steps that duplicated records and failed silently.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pipeline that scores, dedupes, and pushes leads to HubSpot, with a dashboard and replay.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Zapier is gone. Every lead has an audit trail. Million-dollar transactions run on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Fixed fees. No per-seat charges.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One-day workshop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 · In person, at your office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Three-day intensive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 · Remote, over Zoom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Eight-week cohort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 · On site or remote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$50,000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Tell us the one workflow in your company that wastes the most human time.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millhausenjordan@gmail.com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Training For Companies">
  <a:themeElements>
    <a:clrScheme name="AI Training For Companies">
      <a:dk1>
        <a:srgbClr val="161616"/>
      </a:dk1>
      <a:lt1>
        <a:srgbClr val="FFFFFF"/>
      </a:lt1>
      <a:dk2>
        <a:srgbClr val="595959"/>
      </a:dk2>
      <a:lt2>
        <a:srgbClr val="F4F4F4"/>
      </a:lt2>
      <a:accent1>
        <a:srgbClr val="161616"/>
      </a:accent1>
      <a:accent2>
        <a:srgbClr val="595959"/>
      </a:accent2>
      <a:accent3>
        <a:srgbClr val="8A8A8A"/>
      </a:accent3>
      <a:accent4>
        <a:srgbClr val="B5B5B5"/>
      </a:accent4>
      <a:accent5>
        <a:srgbClr val="D9D9D9"/>
      </a:accent5>
      <a:accent6>
        <a:srgbClr val="E2E2E2"/>
      </a:accent6>
      <a:hlink>
        <a:srgbClr val="161616"/>
      </a:hlink>
      <a:folHlink>
        <a:srgbClr val="595959"/>
      </a:folHlink>
    </a:clrScheme>
    <a:fontScheme name="AI Training For Compan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Training For Companies pitch</dc:title>
  <dc:subject>PptxGenJS Presentation</dc:subject>
  <dc:creator>Jordan Millhausen</dc:creator>
  <cp:lastModifiedBy>Jordan Millhausen</cp:lastModifiedBy>
  <cp:revision>1</cp:revision>
  <dcterms:created xsi:type="dcterms:W3CDTF">2026-10-09T18:20:39Z</dcterms:created>
  <dcterms:modified xsi:type="dcterms:W3CDTF">2026-10-09T18:20:39Z</dcterms:modified>
</cp:coreProperties>
</file>