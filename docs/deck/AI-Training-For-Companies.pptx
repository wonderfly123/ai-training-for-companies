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ea687cc0-cac7-585d-7f3b-f019f29135f4}">
          <p14:sldIdLst>
            <p14:sldId id="256"/>
          </p14:sldIdLst>
        </p14:section>
        <p14:section name="Problem" id="{b7aeab32-75b0-213f-62f5-d986e67c5db2}">
          <p14:sldIdLst>
            <p14:sldId id="257"/>
          </p14:sldIdLst>
        </p14:section>
        <p14:section name="Fix" id="{2c6db435-0e70-0d11-2bdd-8a099cac46bf}">
          <p14:sldIdLst>
            <p14:sldId id="258"/>
          </p14:sldIdLst>
        </p14:section>
        <p14:section name="Offerings" id="{f9e952b2-d5a6-c257-855b-af84d3118c54}">
          <p14:sldIdLst>
            <p14:sldId id="259"/>
          </p14:sldIdLst>
        </p14:section>
        <p14:section name="Outcomes" id="{dd997651-f488-70a2-b9ad-83832727c426}">
          <p14:sldIdLst>
            <p14:sldId id="260"/>
          </p14:sldIdLst>
        </p14:section>
        <p14:section name="Proof" id="{612bd716-47f3-330e-ed36-82cae5ec9a91}">
          <p14:sldIdLst>
            <p14:sldId id="261"/>
          </p14:sldIdLst>
        </p14:section>
        <p14:section name="Case 1" id="{039d1dda-bc66-c490-4553-bead5a46f803}">
          <p14:sldIdLst>
            <p14:sldId id="262"/>
          </p14:sldIdLst>
        </p14:section>
        <p14:section name="Case 2" id="{8bcebf66-b935-afc7-270e-2b5853fee938}">
          <p14:sldIdLst>
            <p14:sldId id="263"/>
          </p14:sldIdLst>
        </p14:section>
        <p14:section name="Case 3" id="{8c03dd37-5419-beb5-0230-8d765cb0d9f9}">
          <p14:sldIdLst>
            <p14:sldId id="264"/>
          </p14:sldIdLst>
        </p14:section>
        <p14:section name="Close" id="{63b2365d-42d7-335a-d148-fd6ab0707b2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6863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Training For Companies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61616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6863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Training For Companies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937760" y="46863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aitrainingforcompanies.com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rdan/consulting/public/images/hero-windansea-ld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 train your team to build AI systems in-house.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day at your office. Three days over Zoom. Eight weeks to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Why AI stalls inside companies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Tools get bought. Nothing changes.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A consultant builds it, then leaves.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Nobody inside can build the roadmap.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The fix is a team inside your company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099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691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Four to eight of your people, trained to build and own AI systems.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71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68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They know the business, so they build the right thing first.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6440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2461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They stay, so the systems get maintained and the next one gets built.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Three ways to work with us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team builds. We teach, review, and support it after.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6517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DAY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One-day workshop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person, at your office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Map your operations, pick the first three systems worth building, and leave with a plan and a working prototype of one.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$15,000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26517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DAYS, 4 HOURS PER DAY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Three-day intensive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Remote, over Zoom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Build a working AI system against your real data: LLM APIs, integrations, human handoff, and deployment.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$7,500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560320" cy="26517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WEEKS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Eight-week cohort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site or remote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system shipped to production inside your company, owned and understood by the people who built it.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$50,000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What your team can do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04672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642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645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on LLM APIs with structured outputs and tool 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128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94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AI to your CRM, email, and operations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432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 human handoff, alerts, and audit trails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101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Test, monitor, and track the cost of a system in production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58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840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Scope and ship the next project without outside help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Built for clients, running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90881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$6M+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revenue supported by systems we built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94610" y="1554480"/>
            <a:ext cx="190881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77490" y="173736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777490" y="233172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systems in production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40580" y="1554480"/>
            <a:ext cx="190881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3460" y="173736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10K+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233172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conversations handled by AI agents we deployed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86550" y="1554480"/>
            <a:ext cx="190881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69430" y="173736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69430" y="2331720"/>
            <a:ext cx="1543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of manual work removed per month across clients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Wonderfly   ·   Windansea Coconuts   ·   WD Capital   ·   Hologram Pilates (Proto)   ·   Applegate Ventures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A customer service agent that answers texts around the clock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WONDERFLY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099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Customers text evenings and weekends. Staff replied Monday. Bookings were lost.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243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SMS agent on the venue's phone lines that answers from live data and hands off to a human when unsure.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5387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Replies in seconds, any hour. Staff only touch the conversations it flags.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Event operations with no retyping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WINDANSEA COCONUTS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099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closed deal was copied by hand into tasks, intake forms, and crew run sheets.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243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Webhooks from the CRM create the event, send the intake, and write a daily Run of Show with Claude.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5387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closed deal becomes a staffed event with a current run sheet, with nobody retyping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</a:rPr>
              <a:t>A lead pipeline that replaced Zapier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099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Property leads arrived through a chain of Zapier steps that duplicated records and failed silently.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243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pipeline that scores, dedupes, and pushes leads to HubSpot, with a dashboard and replay.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5387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Zapier is gone. Every lead has an audit trail. Million-dollar transactions run on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804672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Fixed fees. No per-seat charges.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One-day workshop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day · In person, at your office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$15,000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Three-day intensive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days, 4 hours per day · Remote, over Zoom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$7,500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Eight-week cohort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weeks · On site or remote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$50,000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Tell us the one workflow in your company that wastes the most human time.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millhausenjordan@gmail.com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aitrainingforcompanies.com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raining For Companies">
  <a:themeElements>
    <a:clrScheme name="AI Training For Companies">
      <a:dk1>
        <a:srgbClr val="161616"/>
      </a:dk1>
      <a:lt1>
        <a:srgbClr val="FFFFFF"/>
      </a:lt1>
      <a:dk2>
        <a:srgbClr val="595959"/>
      </a:dk2>
      <a:lt2>
        <a:srgbClr val="F4F4F4"/>
      </a:lt2>
      <a:accent1>
        <a:srgbClr val="161616"/>
      </a:accent1>
      <a:accent2>
        <a:srgbClr val="595959"/>
      </a:accent2>
      <a:accent3>
        <a:srgbClr val="8A8A8A"/>
      </a:accent3>
      <a:accent4>
        <a:srgbClr val="B5B5B5"/>
      </a:accent4>
      <a:accent5>
        <a:srgbClr val="D9D9D9"/>
      </a:accent5>
      <a:accent6>
        <a:srgbClr val="E2E2E2"/>
      </a:accent6>
      <a:hlink>
        <a:srgbClr val="161616"/>
      </a:hlink>
      <a:folHlink>
        <a:srgbClr val="595959"/>
      </a:folHlink>
    </a:clrScheme>
    <a:fontScheme name="AI Training For Compan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Training For Companies pitch</dc:title>
  <dc:subject>PptxGenJS Presentation</dc:subject>
  <dc:creator>Jordan Millhausen</dc:creator>
  <cp:lastModifiedBy>Jordan Millhausen</cp:lastModifiedBy>
  <cp:revision>1</cp:revision>
  <dcterms:created xsi:type="dcterms:W3CDTF">2026-10-09T18:14:24Z</dcterms:created>
  <dcterms:modified xsi:type="dcterms:W3CDTF">2026-10-09T18:14:24Z</dcterms:modified>
</cp:coreProperties>
</file>