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1d4a15e7-e03c-7a6a-1f39-fbf838dd715b}">
          <p14:sldIdLst>
            <p14:sldId id="256"/>
          </p14:sldIdLst>
        </p14:section>
        <p14:section name="Problem" id="{102546a4-ceff-c4dd-8fcc-2f660e4ca94c}">
          <p14:sldIdLst>
            <p14:sldId id="257"/>
          </p14:sldIdLst>
        </p14:section>
        <p14:section name="Fix" id="{44ff3c79-ad76-16d2-6c2c-48507c9807c6}">
          <p14:sldIdLst>
            <p14:sldId id="258"/>
          </p14:sldIdLst>
        </p14:section>
        <p14:section name="Fluency" id="{0c28a855-6411-9f14-8c1f-2645a72eec71}">
          <p14:sldIdLst>
            <p14:sldId id="259"/>
          </p14:sldIdLst>
        </p14:section>
        <p14:section name="Offerings" id="{6a9a3a96-826c-84c5-1d04-df93330d45eb}">
          <p14:sldIdLst>
            <p14:sldId id="260"/>
          </p14:sldIdLst>
        </p14:section>
        <p14:section name="Outcomes" id="{fbee6944-771e-2992-757b-7b24fa62dc97}">
          <p14:sldIdLst>
            <p14:sldId id="261"/>
          </p14:sldIdLst>
        </p14:section>
        <p14:section name="Proof" id="{ab151388-f0ce-f944-69e9-8cb5bf1acd4b}">
          <p14:sldIdLst>
            <p14:sldId id="262"/>
          </p14:sldIdLst>
        </p14:section>
        <p14:section name="Case 1" id="{5e8d8789-4332-1194-f572-b3336cedd34e}">
          <p14:sldIdLst>
            <p14:sldId id="263"/>
          </p14:sldIdLst>
        </p14:section>
        <p14:section name="Case 2" id="{16f0f81f-3917-43f9-b5ac-a258455330ba}">
          <p14:sldIdLst>
            <p14:sldId id="264"/>
          </p14:sldIdLst>
        </p14:section>
        <p14:section name="Case 3" id="{55e3d9df-b85d-b97c-1c32-d59d41982d65}">
          <p14:sldIdLst>
            <p14:sldId id="265"/>
          </p14:sldIdLst>
        </p14:section>
        <p14:section name="Case 4" id="{ebfda554-fee3-4b5b-aec9-44bad8b4dcaa}">
          <p14:sldIdLst>
            <p14:sldId id="266"/>
          </p14:sldIdLst>
        </p14:section>
        <p14:section name="Case 5" id="{d6206bff-8619-8109-cffb-2270a395623f}">
          <p14:sldIdLst>
            <p14:sldId id="267"/>
          </p14:sldIdLst>
        </p14:section>
        <p14:section name="Close" id="{cb76c8b8-f766-59df-73e9-8023fbebc80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61616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937760" y="46863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ordan/consulting/public/images/hero-windansea-ld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 train your team to build AI systems in-house.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day at your office. Three days over Zoom. Eight weeks to production.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Why AI stalls inside companies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Tools get bought. Nothing changes.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A consultant builds it, then leaves.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Nobody inside can build the roadmap.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The fix is a team inside your company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099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916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Four to eight of your people, trained to build and own AI systems.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688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know the business, so they build the right thing first.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6440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246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stay, so the systems get maintained and the next one gets built.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Your team has ChatGPT. The best AI users work differently.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Most teams use AI like a search box.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The best users run Claude Code and Codex, hand work to agents, and script the rest.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 teach that way of working on your team’s real tasks.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Three ways to work with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Your team builds. We teach, review, and support it after.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One-day workshop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person, at your office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Map your operations, see how the best AI users actually work, and leave with a plan and a working prototype of your first system.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Three-day intensive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Remote, over Zoom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Build a working AI system against your real data, and learn to work with AI the way the people getting ten times the output do.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350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Eight-week cohort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site or remote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system shipped to production inside your company, owned and understood by the people who built it, and a team that works with AI differently from here on.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$50,000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What your team can do after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6420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459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on LLM APIs with structured outputs and tool 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128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945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Connect AI to your CRM, email, and operations systems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43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Design human handoff, alerts, and audit trails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Test, monitor, and track the cost of a system in production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and ship the next project without outside help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Built for clients, running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$6M+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revenue supported by systems we built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9461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7749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77749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systems in production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4058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346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10K+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82346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conversations handled by AI agents we deployed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68655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6943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200+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6943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Hours of manual work removed per month across clients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Nekter   ·   SnapLogic   ·   Wonderfly   ·   Windansea Coconuts   ·   Applegate Ventures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GTM sales assistant, an internal build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SNAPLOGIC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Reps prepped for calls by pulling account history from separate systems. Prep took longer than the call.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agent on SnapLogic AgentCreator that pulls account context and answers reps' questions on demand.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briefs in seconds. The build became the teaching example for customer bootcamps.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success platform that surfaces churn risk early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NEKTER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CSMs juggled Salesforce, Zendesk, call recordings, and email. Health drops were noticed after the renewal was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account view with health scores, AI insights on every interaction, Slack alerts, and a natural-language assistant over the data.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Risk reaches Slack before the renewal call. A CSM asks a question in plain English and gets the answer from the actual call.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service agent that answers texts around the clock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WONDERFLY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Customers text evenings and weekends. Staff replied Monday. Bookings were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SMS agent on the venue's phone lines that answers from live data and hands off to a human when unsure.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Replies in seconds, any hour. Staff only touch the conversations it flags.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Event operations with no retyping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WINDANSEA COCONUTS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closed deal was copied by hand into tasks, intake forms, and crew run sheets.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Webhooks from the CRM create the event, send the intake, and write a daily Run of Show with Claude.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closed deal becomes a staffed event with a current run sheet, with nobody retyping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lead pipeline that replaced Zapier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APPLEGATE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Property leads arrived through a chain of Zapier steps that duplicated records and failed silently.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pipeline that scores, dedupes, and pushes leads to HubSpot, with a dashboard and replay.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Zapier is gone. Every lead has an audit trail. Million-dollar transactions run on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Fixed fees. No per-seat charges.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One-day workshop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 · In person, at your office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Three-day intensive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 · Remote, over Zoom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Eight-week cohort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 · On site or remote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$50,000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Tell us the one workflow in your company that wastes the most human time.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millhausenjordan@gmail.com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023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Training For Companies">
  <a:themeElements>
    <a:clrScheme name="AI Training For Companies">
      <a:dk1>
        <a:srgbClr val="161616"/>
      </a:dk1>
      <a:lt1>
        <a:srgbClr val="FFFFFF"/>
      </a:lt1>
      <a:dk2>
        <a:srgbClr val="595959"/>
      </a:dk2>
      <a:lt2>
        <a:srgbClr val="F4F4F4"/>
      </a:lt2>
      <a:accent1>
        <a:srgbClr val="161616"/>
      </a:accent1>
      <a:accent2>
        <a:srgbClr val="595959"/>
      </a:accent2>
      <a:accent3>
        <a:srgbClr val="8A8A8A"/>
      </a:accent3>
      <a:accent4>
        <a:srgbClr val="B5B5B5"/>
      </a:accent4>
      <a:accent5>
        <a:srgbClr val="D9D9D9"/>
      </a:accent5>
      <a:accent6>
        <a:srgbClr val="E2E2E2"/>
      </a:accent6>
      <a:hlink>
        <a:srgbClr val="161616"/>
      </a:hlink>
      <a:folHlink>
        <a:srgbClr val="595959"/>
      </a:folHlink>
    </a:clrScheme>
    <a:fontScheme name="AI Training For Compan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Training For Companies pitch</dc:title>
  <dc:subject>PptxGenJS Presentation</dc:subject>
  <dc:creator>Jordan Millhausen</dc:creator>
  <cp:lastModifiedBy>Jordan Millhausen</cp:lastModifiedBy>
  <cp:revision>1</cp:revision>
  <dcterms:created xsi:type="dcterms:W3CDTF">2026-10-09T18:28:37Z</dcterms:created>
  <dcterms:modified xsi:type="dcterms:W3CDTF">2026-10-09T18:28:37Z</dcterms:modified>
</cp:coreProperties>
</file>