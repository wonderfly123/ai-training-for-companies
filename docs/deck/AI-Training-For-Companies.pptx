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e85e272d-62fd-0e88-f1fa-7eab9f13f6f2}">
          <p14:sldIdLst>
            <p14:sldId id="256"/>
          </p14:sldIdLst>
        </p14:section>
        <p14:section name="Problem" id="{7bbd2bc4-09f2-8811-62d1-0550eca42d13}">
          <p14:sldIdLst>
            <p14:sldId id="257"/>
          </p14:sldIdLst>
        </p14:section>
        <p14:section name="Fix" id="{cd462742-0257-67ec-0fc0-4a63c7b922f5}">
          <p14:sldIdLst>
            <p14:sldId id="258"/>
          </p14:sldIdLst>
        </p14:section>
        <p14:section name="Offerings" id="{393a26a3-9448-a7c8-07b8-80192f2b6e7b}">
          <p14:sldIdLst>
            <p14:sldId id="259"/>
          </p14:sldIdLst>
        </p14:section>
        <p14:section name="Outcomes" id="{3e3f3070-acbe-7850-a349-79ae62a7fe78}">
          <p14:sldIdLst>
            <p14:sldId id="260"/>
          </p14:sldIdLst>
        </p14:section>
        <p14:section name="Proof" id="{8a970592-6a3e-3049-9f40-00f809549da7}">
          <p14:sldIdLst>
            <p14:sldId id="261"/>
          </p14:sldIdLst>
        </p14:section>
        <p14:section name="Case 1" id="{466e5e4b-3b8a-a906-dba3-e1537a64003c}">
          <p14:sldIdLst>
            <p14:sldId id="262"/>
          </p14:sldIdLst>
        </p14:section>
        <p14:section name="Case 2" id="{bd071580-6e60-9ef9-00fa-9df1e1aa75ff}">
          <p14:sldIdLst>
            <p14:sldId id="263"/>
          </p14:sldIdLst>
        </p14:section>
        <p14:section name="Case 3" id="{250d3523-a8ae-6608-c25a-74b1f25accfc}">
          <p14:sldIdLst>
            <p14:sldId id="264"/>
          </p14:sldIdLst>
        </p14:section>
        <p14:section name="Close" id="{a390515c-9a62-ba0c-ae51-2cd5ee4ce990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16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863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Training For Companies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161616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46863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Training For Companies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937760" y="46863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aitrainingforcompanies.com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ordan/consulting/public/images/hero-windansea-ld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0"/>
            <a:ext cx="34747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37160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We train your team to build AI systems in-house.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291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day at your office. Three days over Zoom. Eight weeks to production.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Why AI stalls inside companies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Tools get bought. Nothing changes.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A consultant builds it, then leaves.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375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Nobody inside can build the roadmap.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The fix is a team inside your company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0992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69164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Four to eight of your people, trained to build and own AI systems.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6888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know the business, so they build the right thing first.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6440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2461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stay, so the systems get maintained and the next one gets built.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Three ways to work with us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Your team builds. We teach, review, and support it after.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DAY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One-day workshop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person, at your office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Map your operations, pick the first three systems worth building, and leave with a plan and a working prototype of one.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$15,000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918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DAYS, 4 HOURS PER DAY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Three-day intensive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Remote, over Zoom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Build a working AI system against your real data: LLM APIs, integrations, human handoff, and deployment.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$7,500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035040" y="1828800"/>
            <a:ext cx="2560320" cy="26517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63640" y="205740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WEEKS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31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Eight-week cohort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site or remote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One system shipped to production inside your company, owned and understood by the people who built it.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977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$40,000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What your team can do after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6420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6459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 on LLM APIs with structured outputs and tool use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1284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19456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Connect AI to your CRM, email, and operations systems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6148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432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Design human handoff, alerts, and audit trails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31012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9184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Test, monitor, and track the cost of a system in production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58768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8404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Scope and ship the next project without outside help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Built for clients, running 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$6M+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revenue supported by systems we built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59461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7749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77749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systems in production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4058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346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10K+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82346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 conversations handled by AI agents we deployed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686550" y="1554480"/>
            <a:ext cx="190881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69430" y="173736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200+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869430" y="2331720"/>
            <a:ext cx="15430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Hours of manual work removed per month across clients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461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20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Wonderfly   ·   Windansea Coconuts   ·   WD Capital   ·   Hologram Pilates (Proto)   ·   Applegate Ventures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customer service agent that answers texts around the clock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WONDERFLY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Customers text evenings and weekends. Staff replied Monday. Bookings were lost.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SMS agent on the venue's phone lines that answers from live data and hands off to a human when unsure.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Replies in seconds, any hour. Staff only touch the conversations it flags.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Event operations with no retyping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WINDANSEA COCONUTS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closed deal was copied by hand into tasks, intake forms, and crew run sheets.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Webhooks from the CRM create the event, send the intake, and write a daily Run of Show with Claude.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closed deal becomes a staffed event with a current run sheet, with nobody retyping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1616"/>
                </a:solidFill>
              </a:rPr>
              <a:t>A lead pipeline that replaced Zapier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0"/>
          </a:xfrm>
          <a:prstGeom prst="line">
            <a:avLst/>
          </a:prstGeom>
          <a:noFill/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099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Property leads arrived through a chain of Zapier steps that duplicated records and failed silently.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243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pipeline that scores, dedupes, and pushes leads to HubSpot, with a dashboard and replay.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66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353872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Zapier is gone. Every lead has an audit trail. Million-dollar transactions run on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8046720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Fixed fees. No per-seat charges.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One-day workshop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day · In person, at your office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$15,000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Three-day intensive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days, 4 hours per day · Remote, over Zoom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$7,500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280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Eight-week cohort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600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weeks · On site or remote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103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$40,000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804672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00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Tell us the one workflow in your company that wastes the most human time.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millhausenjordan@gmail.com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023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aitrainingforcompanies.com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Training For Companies">
  <a:themeElements>
    <a:clrScheme name="AI Training For Companies">
      <a:dk1>
        <a:srgbClr val="161616"/>
      </a:dk1>
      <a:lt1>
        <a:srgbClr val="FFFFFF"/>
      </a:lt1>
      <a:dk2>
        <a:srgbClr val="595959"/>
      </a:dk2>
      <a:lt2>
        <a:srgbClr val="F4F4F4"/>
      </a:lt2>
      <a:accent1>
        <a:srgbClr val="161616"/>
      </a:accent1>
      <a:accent2>
        <a:srgbClr val="595959"/>
      </a:accent2>
      <a:accent3>
        <a:srgbClr val="8A8A8A"/>
      </a:accent3>
      <a:accent4>
        <a:srgbClr val="B5B5B5"/>
      </a:accent4>
      <a:accent5>
        <a:srgbClr val="D9D9D9"/>
      </a:accent5>
      <a:accent6>
        <a:srgbClr val="E2E2E2"/>
      </a:accent6>
      <a:hlink>
        <a:srgbClr val="161616"/>
      </a:hlink>
      <a:folHlink>
        <a:srgbClr val="595959"/>
      </a:folHlink>
    </a:clrScheme>
    <a:fontScheme name="AI Training For Compan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Training For Companies pitch</dc:title>
  <dc:subject>PptxGenJS Presentation</dc:subject>
  <dc:creator>Jordan Millhausen</dc:creator>
  <cp:lastModifiedBy>Jordan Millhausen</cp:lastModifiedBy>
  <cp:revision>1</cp:revision>
  <dcterms:created xsi:type="dcterms:W3CDTF">2026-10-09T18:14:07Z</dcterms:created>
  <dcterms:modified xsi:type="dcterms:W3CDTF">2026-10-09T18:14:07Z</dcterms:modified>
</cp:coreProperties>
</file>