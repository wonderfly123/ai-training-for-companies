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c4aa99bc-17f4-0808-bcf9-a522c06ae920}">
          <p14:sldIdLst>
            <p14:sldId id="256"/>
          </p14:sldIdLst>
        </p14:section>
        <p14:section name="Problem" id="{f53ebad8-d28d-20f5-e3bb-7ce0b88d0c80}">
          <p14:sldIdLst>
            <p14:sldId id="257"/>
          </p14:sldIdLst>
        </p14:section>
        <p14:section name="Fix" id="{c9340b94-9de6-eae7-6c46-8deb158e83f3}">
          <p14:sldIdLst>
            <p14:sldId id="258"/>
          </p14:sldIdLst>
        </p14:section>
        <p14:section name="Offerings" id="{de59309a-e6be-bff9-8abb-a186a0506c58}">
          <p14:sldIdLst>
            <p14:sldId id="259"/>
          </p14:sldIdLst>
        </p14:section>
        <p14:section name="Outcomes" id="{57249b64-8ce0-0c5f-e0d6-7475182b662d}">
          <p14:sldIdLst>
            <p14:sldId id="260"/>
          </p14:sldIdLst>
        </p14:section>
        <p14:section name="Proof" id="{cbd50716-6828-a6d3-1324-fd2c8e23ae7d}">
          <p14:sldIdLst>
            <p14:sldId id="261"/>
          </p14:sldIdLst>
        </p14:section>
        <p14:section name="Case 1" id="{13339175-e200-0360-d0a8-eb0d196cb4c0}">
          <p14:sldIdLst>
            <p14:sldId id="262"/>
          </p14:sldIdLst>
        </p14:section>
        <p14:section name="Case 2" id="{27f88750-0544-f7fd-5c59-17a0a8dc4acd}">
          <p14:sldIdLst>
            <p14:sldId id="263"/>
          </p14:sldIdLst>
        </p14:section>
        <p14:section name="Case 3" id="{29ad1519-9ec9-2f0b-6e9e-6bc39a26172e}">
          <p14:sldIdLst>
            <p14:sldId id="264"/>
          </p14:sldIdLst>
        </p14:section>
        <p14:section name="Case 4" id="{037eb17b-971e-466a-6c8a-23f150b93ae5}">
          <p14:sldIdLst>
            <p14:sldId id="265"/>
          </p14:sldIdLst>
        </p14:section>
        <p14:section name="Case 5" id="{3dee9d90-37cb-ec30-a682-d6d03eb1e70e}">
          <p14:sldIdLst>
            <p14:sldId id="266"/>
          </p14:sldIdLst>
        </p14:section>
        <p14:section name="Close" id="{6b27ffde-2370-ebba-ace2-2e4aeefc859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pick the first three systems worth building, and leave with a plan and a working prototype of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data: LLM APIs, integrations, human handoff, and deployment.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Nekter   ·   SnapLogic   ·   Wonderfly   ·   Windansea Coconuts   ·   Applegate Ventures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GTM sales assistant, an internal build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SNAPLOGIC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Reps prepped for calls by pulling account history from separate systems. Prep took longer than the call.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agent on SnapLogic AgentCreator that pulls account context and answers reps' questions on demand.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briefs in seconds. The build became the teaching example for customer bootcamps.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success platform that surfaces churn risk early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NEKTER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CSMs juggled Salesforce, Zendesk, call recordings, and email. Health drops were noticed after the renewal was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account view with health scores, AI insights on every interaction, Slack alerts, and a natural-language assistant over the data.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Risk reaches Slack before the renewal call. A CSM asks a question in plain English and gets the answer from the actual call.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2026-10-09T18:23:54Z</dcterms:created>
  <dcterms:modified xsi:type="dcterms:W3CDTF">2026-10-09T18:23:54Z</dcterms:modified>
</cp:coreProperties>
</file>