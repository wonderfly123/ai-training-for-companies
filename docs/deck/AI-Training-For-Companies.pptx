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60b49c94-11be-576a-2b64-b39203df956b}">
          <p14:sldIdLst>
            <p14:sldId id="256"/>
          </p14:sldIdLst>
        </p14:section>
        <p14:section name="Problem" id="{d2770146-b0b7-0f91-b18e-0540b21ff752}">
          <p14:sldIdLst>
            <p14:sldId id="257"/>
          </p14:sldIdLst>
        </p14:section>
        <p14:section name="Fix" id="{8acb7e49-3c04-de45-0653-060940c4ecba}">
          <p14:sldIdLst>
            <p14:sldId id="258"/>
          </p14:sldIdLst>
        </p14:section>
        <p14:section name="Program" id="{67e2f6ba-df0b-fc3a-f547-b09969fbf2e1}">
          <p14:sldIdLst>
            <p14:sldId id="259"/>
          </p14:sldIdLst>
        </p14:section>
        <p14:section name="Outcomes" id="{fb07d3f6-2d3c-f098-954c-bed2edcf41f7}">
          <p14:sldIdLst>
            <p14:sldId id="260"/>
          </p14:sldIdLst>
        </p14:section>
        <p14:section name="Proof" id="{4bf8485d-f2a3-a18a-c515-8564c1bc22eb}">
          <p14:sldIdLst>
            <p14:sldId id="261"/>
          </p14:sldIdLst>
        </p14:section>
        <p14:section name="Case 1" id="{ed92f946-d52b-a7fe-33c3-b1926f9071f0}">
          <p14:sldIdLst>
            <p14:sldId id="262"/>
          </p14:sldIdLst>
        </p14:section>
        <p14:section name="Case 2" id="{3492a7dd-d718-c3ed-9e2f-8152a9156e5b}">
          <p14:sldIdLst>
            <p14:sldId id="263"/>
          </p14:sldIdLst>
        </p14:section>
        <p14:section name="Case 3" id="{65d7ad71-1511-8bee-e2b5-4f348c494a15}">
          <p14:sldIdLst>
            <p14:sldId id="264"/>
          </p14:sldIdLst>
        </p14:section>
        <p14:section name="Close" id="{e0a8404c-d882-971b-e261-30cf1220429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61616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937760" y="46863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ordan/consulting/public/images/hero-windansea-ld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 train your team to build AI systems in-house.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weeks. 4 to 8 people. One system in production.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Why AI stalls inside companies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Tools get bought. Nothing changes.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A consultant builds it, then leaves.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Nobody inside can build the roadmap.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The fix is a team inside your company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099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916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Four to eight of your people, trained to build and own AI systems.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688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know the business, so they build the right thing first.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6440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246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stay, so the systems get maintained and the next one gets built.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Eight weeks. One system in production.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Your team builds it. We teach, review, and support it after.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908810" cy="1051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039112"/>
            <a:ext cx="1579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01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313432"/>
            <a:ext cx="1579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Foundations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94610" y="1874520"/>
            <a:ext cx="1908810" cy="1051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59202" y="2039112"/>
            <a:ext cx="1579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02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759202" y="2313432"/>
            <a:ext cx="1579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Pick the system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40580" y="1874520"/>
            <a:ext cx="1908810" cy="1051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5172" y="2039112"/>
            <a:ext cx="1579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03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805172" y="2313432"/>
            <a:ext cx="1579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Integrations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86550" y="1874520"/>
            <a:ext cx="1908810" cy="1051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1142" y="2039112"/>
            <a:ext cx="1579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04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851142" y="2313432"/>
            <a:ext cx="1579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Agents and tools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1908810" cy="1051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227832"/>
            <a:ext cx="1579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05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502152"/>
            <a:ext cx="1579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Human in the loop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94610" y="3063240"/>
            <a:ext cx="1908810" cy="1051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59202" y="3227832"/>
            <a:ext cx="1579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06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759202" y="3502152"/>
            <a:ext cx="1579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Build week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40580" y="3063240"/>
            <a:ext cx="1908810" cy="1051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5172" y="3227832"/>
            <a:ext cx="1579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07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805172" y="3502152"/>
            <a:ext cx="1579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Evaluate and harden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686550" y="3063240"/>
            <a:ext cx="1908810" cy="1051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1142" y="3227832"/>
            <a:ext cx="1579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08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851142" y="3502152"/>
            <a:ext cx="1579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Deploy and own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What your team can do after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6420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459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on LLM APIs with structured outputs and tool 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128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945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Connect AI to your CRM, email, and operations systems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43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Design human handoff, alerts, and audit trails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Test, monitor, and track the cost of a system in production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and ship the next project without outside help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Built for clients, running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$6M+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revenue supported by systems we built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9461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7749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77749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systems in production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4058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346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10K+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82346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conversations handled by AI agents we deployed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68655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6943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200+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6943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Hours of manual work removed per month across clients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Wonderfly   ·   Windansea Coconuts   ·   WD Capital   ·   Hologram Pilates (Proto)   ·   Applegate Ventures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service agent that answers texts around the clock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WONDERFLY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Customers text evenings and weekends. Staff replied Monday. Bookings were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SMS agent on the venue's phone lines that answers from live data and hands off to a human when unsure.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Replies in seconds, any hour. Staff only touch the conversations it flags.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Event operations with no retyping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WINDANSEA COCONUTS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closed deal was copied by hand into tasks, intake forms, and crew run sheets.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Webhooks from the CRM create the event, send the intake, and write a daily Run of Show with Claude.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closed deal becomes a staffed event with a current run sheet, with nobody retyping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lead pipeline that replaced Zapier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Property leads arrived through a chain of Zapier steps that duplicated records and failed silently.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pipeline that scores, dedupes, and pushes leads to HubSpot, with a dashboard and replay.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Zapier is gone. Every lead has an audit trail. Million-dollar transactions run on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One fee. One cohort. One system in production.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$40,000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 · 4 to 8 people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325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</a:rPr>
              <a:t>Eight weeks of instruction and working sessions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17099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</a:rPr>
              <a:t>Code and architecture review on your real project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0939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</a:rPr>
              <a:t>Deployment, runbook, and monitoring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4780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</a:rPr>
              <a:t>Thirty days of support after the cohort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Tell us the one workflow in your company that wastes the most human time.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millhausenjordan@gmail.com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4023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Training For Companies">
  <a:themeElements>
    <a:clrScheme name="AI Training For Companies">
      <a:dk1>
        <a:srgbClr val="161616"/>
      </a:dk1>
      <a:lt1>
        <a:srgbClr val="FFFFFF"/>
      </a:lt1>
      <a:dk2>
        <a:srgbClr val="595959"/>
      </a:dk2>
      <a:lt2>
        <a:srgbClr val="F4F4F4"/>
      </a:lt2>
      <a:accent1>
        <a:srgbClr val="161616"/>
      </a:accent1>
      <a:accent2>
        <a:srgbClr val="595959"/>
      </a:accent2>
      <a:accent3>
        <a:srgbClr val="8A8A8A"/>
      </a:accent3>
      <a:accent4>
        <a:srgbClr val="B5B5B5"/>
      </a:accent4>
      <a:accent5>
        <a:srgbClr val="D9D9D9"/>
      </a:accent5>
      <a:accent6>
        <a:srgbClr val="E2E2E2"/>
      </a:accent6>
      <a:hlink>
        <a:srgbClr val="161616"/>
      </a:hlink>
      <a:folHlink>
        <a:srgbClr val="595959"/>
      </a:folHlink>
    </a:clrScheme>
    <a:fontScheme name="AI Training For Compan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Training For Companies pitch</dc:title>
  <dc:subject>PptxGenJS Presentation</dc:subject>
  <dc:creator>Jordan Millhausen</dc:creator>
  <cp:lastModifiedBy>Jordan Millhausen</cp:lastModifiedBy>
  <cp:revision>1</cp:revision>
  <dcterms:created xsi:type="dcterms:W3CDTF">2026-10-09T18:10:06Z</dcterms:created>
  <dcterms:modified xsi:type="dcterms:W3CDTF">2026-10-09T18:10:06Z</dcterms:modified>
</cp:coreProperties>
</file>